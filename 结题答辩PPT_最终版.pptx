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B63"/>
                </a:solidFill>
                <a:latin typeface="Microsoft YaHei"/>
                <a:ea typeface="Microsoft YaHei"/>
              </a:rPr>
              <a:t>基于方向提示与SAM的遥感影像阴影检测方法研究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327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icrosoft YaHei"/>
                <a:ea typeface="Microsoft YaHei"/>
              </a:rPr>
              <a:t>大学生创新创业训练计划项目 · 结题答辩</a:t>
            </a:r>
          </a:p>
          <a:p>
            <a:r>
              <a:rPr sz="1600" b="0">
                <a:solidFill>
                  <a:srgbClr val="555555"/>
                </a:solidFill>
                <a:latin typeface="Microsoft YaHei"/>
                <a:ea typeface="Microsoft YaHei"/>
              </a:rPr>
              <a:t>团队：ShadowHunter    负责人：潘俊豪    指导教师：祁昆仑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研究背景与问题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阴影是遥感影像中的常见干扰，遮挡地物细节、扭曲光谱信息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影响土地分类、变化检测、目标识别等下游任务精度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传统方法：人工调阈值、特征工程，效率低、适应性差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深度学习方法：依赖大量人工标注，成本高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我们的思路：物理先验（暗、偏蓝、方向一致）+ 分割一切大模型 SAM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技术路线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① 增强物理粗提取：CLAHE 增强 + Otsu 阈值 + 形态学去噪 → 候选阴影区域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② 自动提示生成：候选区域质心作前景点 + 区域外背景点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③ 参数高效微调 SAM：冻结编码器、仅训练 4.34% 参数，适配遥感阴影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整体：物理先验回答“在哪”，微调后的 SAM 回答“切多准”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方法 ①：增强物理粗提取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灰度化 + CLAHE 自适应直方图均衡化，增强暗部细节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反相 + Otsu 自动阈值，分离暗区与背景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形态学开运算去除细小路面噪声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得到高召回率的候选阴影区域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方法 ②：LoRA 参数高效微调 SAM（核心）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在 SAM 图像编码器注意力层挂 LoRA（低秩适配，rank=8）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冻结原权重，只训练 LoRA（0.44M）+ 解码器 + 提示编码器，共 4.51M（约 4.8%）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Focal Loss + Dice 损失，点/框双提示，水平翻转增强，混合精度加速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结果：零样本 SAM 的 IoU 从 0.234 提升到 0.839，超过全监督 U-Net（0.805）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方法 ③：自动提示生成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从增强粗提取结果取连通域质心作为前景点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在候选区域外采样背景点，共同构成点提示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实现全自动阴影检测，无需人工点选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实验设置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数据集：AISD（训练 412 张 / 验证 51 张 / 测试 51 张，512×512）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模型：SAM ViT-B（358MB），NVIDIA RTX 4060（8GB）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微调：冻结编码器，训练 4.34% 参数，150 epoch，约 6 小时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测试方式：全自动（增强 Otsu 自动点提示）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指标：IoU / BER / F1 / OA / Precision / Recall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定量对比结果（AISD Test51 平均）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IoU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F1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Otsu（传统阈值）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0.581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C3I（阴影指数）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0.211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SAM-AMG（零样本）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0.343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0.442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增强预处理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0.512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0.149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0.662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冻结编码器微调 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0.717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0.833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全监督 SegNet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0.780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0.086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0.875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全监督 U-Net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3B63"/>
                          </a:solidFill>
                          <a:latin typeface="Microsoft YaHei"/>
                          <a:ea typeface="Microsoft YaHei"/>
                        </a:rPr>
                        <a:t>0.891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LoRA 微调 SAM（本项目）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0.839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0.050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74B5"/>
                          </a:solidFill>
                          <a:latin typeface="Microsoft YaHei"/>
                          <a:ea typeface="Microsoft YaHei"/>
                        </a:rPr>
                        <a:t>0.912</a:t>
                      </a:r>
                    </a:p>
                  </a:txBody>
                  <a:tcPr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指标对比柱状图</a:t>
            </a:r>
          </a:p>
        </p:txBody>
      </p:sp>
      <p:pic>
        <p:nvPicPr>
          <p:cNvPr id="3" name="Picture 2" descr="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280160"/>
            <a:ext cx="9418320" cy="48895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分割效果可视化对比（示例）</a:t>
            </a:r>
          </a:p>
        </p:txBody>
      </p:sp>
      <p:pic>
        <p:nvPicPr>
          <p:cNvPr id="3" name="Picture 2" descr="austin13_su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19958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主要创新点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LoRA 参数高效微调：只训 4.8% 参数，零样本 IoU 提升 0.605，超过全监督 U-Net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物理先验 + 基础模型融合，实现全自动阴影检测（无需人工点选）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「零样本 → 冻结微调 → LoRA 微调」的完整技术演进路径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标准数据集 + 六项指标 + 消融 + 零样本/冻结/LoRA/U-Net 对比的完整可复现评估体系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3B63"/>
                </a:solidFill>
                <a:latin typeface="Microsoft YaHei"/>
                <a:ea typeface="Microsoft YaHei"/>
              </a:rPr>
              <a:t>问题与不足、后续计划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不足：自监督方向感知网络尚未完成（当前方向先验为手写规则版）；论文/软著推进中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后续：实现学习式方向估计 + 编码器内嵌 Adapter（参考 RSPrompter）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F3B63"/>
                </a:solidFill>
                <a:latin typeface="Microsoft YaHei"/>
                <a:ea typeface="Microsoft YaHei"/>
              </a:rPr>
              <a:t>后续：更大数据集验证、与 SOTA 方法对比、封装为工具包/QGIS 插件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F3B63"/>
                </a:solidFill>
                <a:latin typeface="Microsoft YaHei"/>
                <a:ea typeface="Microsoft YaHei"/>
              </a:rPr>
              <a:t>谢谢各位老师，请批评指正！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