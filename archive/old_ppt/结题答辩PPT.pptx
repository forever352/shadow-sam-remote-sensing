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B63"/>
                </a:solidFill>
                <a:latin typeface="Microsoft YaHei"/>
                <a:ea typeface="Microsoft YaHei"/>
              </a:rPr>
              <a:t>基于方向提示与SAM的遥感影像阴影检测方法研究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大学生创新创业训练计划项目 · 结题答辩</a:t>
            </a:r>
          </a:p>
          <a:p>
            <a:r>
              <a:rPr sz="1600" b="0">
                <a:solidFill>
                  <a:srgbClr val="555555"/>
                </a:solidFill>
                <a:latin typeface="Microsoft YaHei"/>
                <a:ea typeface="Microsoft YaHei"/>
              </a:rPr>
              <a:t>团队：ShadowHunter    负责人：潘俊豪    指导教师：祁昆仑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阴影是遥感影像中的常见干扰，遮挡地物细节、扭曲光谱信息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影响土地分类、变化检测、目标识别等下游任务精度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传统方法：人工调阈值、特征工程，效率低、适应性差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深度学习方法：依赖大量人工标注，成本高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我们的思路：物理先验（暗、偏蓝、方向一致）+ 分割一切大模型 SAM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① 增强物理粗提取：CLAHE 增强 + Otsu 阈值 + 形态学去噪 → 候选阴影区域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② 方向一致性过滤：主轴方向 vs 主导方向，剔除水体/路面等误检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③ SAM 精细分割：候选区域转点/框提示 → 精确阴影边界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整体：物理先验回答“在哪”，SAM 回答“切多准”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①：增强物理粗提取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灰度化 + CLAHE 自适应直方图均衡化，增强暗部细节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反相 + Otsu 自动阈值，分离暗区与背景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形态学开运算去除细小路面噪声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得到高召回率的候选阴影区域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②：方向一致性过滤（方向先验）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物理依据：阴影朝向由太阳方位决定，同图阴影方向一致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水体、深色路面方向杂乱，可据此区分“异物同谱”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实现：minAreaRect 求连通域主轴方向 → 圆形中值估计主导方向 → 剔除偏离大的块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方法 ③：SAM 提示式分割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对比三种提示方式：质心点提示、包围框提示、自动分割（AMG）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验证提示方式对 SAM 零样本阴影检测性能的影响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为“如何设计面向阴影的提示”提供实证结论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数据集：AISD 测试集 Test51（51 张 512×512 航空影像 + 逐像素阴影标注）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模型：SAM ViT-B（358MB），NVIDIA RTX 4060（8GB）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方式：零样本推理，不进行任何训练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指标：IoU / BER / F1 / OA / Precision / 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定量对比结果（AISD Test51 平均）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IoU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Recall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Otsu（传统阈值）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0.979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C3I（阴影指数）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0.296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SAM-AMG（零样本）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0.353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增强预处理（最优）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0.512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0.149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0.662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0.533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E74B5"/>
                          </a:solidFill>
                          <a:latin typeface="Microsoft YaHei"/>
                          <a:ea typeface="Microsoft YaHei"/>
                        </a:rPr>
                        <a:t>0.940</a:t>
                      </a:r>
                    </a:p>
                  </a:txBody>
                  <a:tcPr>
                    <a:solidFill>
                      <a:srgbClr val="DEEA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增强+方向过滤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3B63"/>
                          </a:solidFill>
                          <a:latin typeface="Microsoft YaHei"/>
                          <a:ea typeface="Microsoft YaHei"/>
                        </a:rPr>
                        <a:t>0.782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指标对比柱状图</a:t>
            </a:r>
          </a:p>
        </p:txBody>
      </p:sp>
      <p:pic>
        <p:nvPicPr>
          <p:cNvPr id="3" name="Picture 2" descr="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5262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分割效果可视化对比（示例）</a:t>
            </a:r>
          </a:p>
        </p:txBody>
      </p:sp>
      <p:pic>
        <p:nvPicPr>
          <p:cNvPr id="3" name="Picture 2" descr="austin13_su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1709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主要创新点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物理先验与基础模型的融合范式：“基础模型 + 领域插件”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增强物理预处理：零训练将传统 Otsu 的 IoU 提升约 0.09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系统对比点/框/自动三种 SAM 提示方式，给出实证结论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标准数据集 + 六项指标 + 消融的完整可复现评估体系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B63"/>
                </a:solidFill>
                <a:latin typeface="Microsoft YaHei"/>
                <a:ea typeface="Microsoft YaHei"/>
              </a:rPr>
              <a:t>问题与不足、后续计划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不足：自监督方向网络、Adapter 微调、论文/软著尚未完成（时间与算力限制）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后续：学习式方向估计 + Adapter 参数高效微调（参考 RSPrompter）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3B63"/>
                </a:solidFill>
                <a:latin typeface="Microsoft YaHei"/>
                <a:ea typeface="Microsoft YaHei"/>
              </a:rPr>
              <a:t>后续：更大数据集验证、与 SOTA 方法对比、封装为工具包/QGIS 插件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3B63"/>
                </a:solidFill>
                <a:latin typeface="Microsoft YaHei"/>
                <a:ea typeface="Microsoft YaHei"/>
              </a:rPr>
              <a:t>谢谢各位老师，请批评指正！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